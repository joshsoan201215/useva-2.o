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42888A-DE54-417B-820D-2D2CDA478681}" v="22" dt="2026-08-21T04:51:40.5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D0ABF62-95FE-4FD2-006E-EE36ACB5F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597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CCAD2F1-F74E-1625-AA2E-442A14471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094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8CA2D08-AA4C-0085-B858-806B1DDD3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625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1F6326-4A73-3959-54BE-324A992E5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824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D7169D0-3CDC-1CB6-BEE6-78EB96E2C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373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544053A-DEE6-CD60-D160-604E03450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140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5DE3C65-A86E-863F-86AF-A2A1E4E2A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934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E33A690-5489-198B-CBCF-430592523C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130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19</cp:revision>
  <dcterms:created xsi:type="dcterms:W3CDTF">2026-08-21T04:49:12Z</dcterms:created>
  <dcterms:modified xsi:type="dcterms:W3CDTF">2026-08-21T04:52:34Z</dcterms:modified>
</cp:coreProperties>
</file>